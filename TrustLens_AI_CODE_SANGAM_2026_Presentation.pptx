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818120" y="822960"/>
            <a:ext cx="3749039" cy="51663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6400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192A46"/>
                </a:solidFill>
                <a:latin typeface="Aptos"/>
              </a:rPr>
              <a:t>TRUSTLENS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563EB"/>
                </a:solidFill>
                <a:latin typeface="Aptos"/>
              </a:rPr>
              <a:t>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856231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D9488"/>
                </a:solidFill>
                <a:latin typeface="Aptos"/>
              </a:rPr>
              <a:t>Understanding Digital Threats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51760"/>
            <a:ext cx="6217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F2937"/>
                </a:solidFill>
                <a:latin typeface="Aptos"/>
              </a:rPr>
              <a:t>An explainable assistant for suspicious messages, links,
websites, emails, payment requests and social-media content.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977639"/>
            <a:ext cx="224028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3995927"/>
            <a:ext cx="209397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Aptos"/>
              </a:rPr>
              <a:t>CODE SANGAM 2026 • PS-06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091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00176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92A46"/>
                </a:solidFill>
                <a:latin typeface="Aptos"/>
              </a:rPr>
              <a:t>MAKE IN MINUTE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46811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Priyanshu Verma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1417320"/>
            <a:ext cx="24688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20" y="1719072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Aptos"/>
              </a:rPr>
              <a:t>THREAT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240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200" b="1">
                <a:solidFill>
                  <a:srgbClr val="DC2626"/>
                </a:solidFill>
                <a:latin typeface="Aptos"/>
              </a:rPr>
              <a:t>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944368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Aptos"/>
              </a:rPr>
              <a:t>/ 100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3474720"/>
            <a:ext cx="1188720" cy="310896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71432" y="3493008"/>
            <a:ext cx="104241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DC2626"/>
                </a:solidFill>
                <a:latin typeface="Aptos"/>
              </a:rPr>
              <a:t>HIGH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406908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92A46"/>
                </a:solidFill>
                <a:latin typeface="Aptos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407408"/>
            <a:ext cx="1920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ptos"/>
              </a:rPr>
              <a:t>Urgency
Suspicious URL
Credential 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9672"/>
            <a:ext cx="5943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CODE SANGAM 2026  •  MAKE IN MINUTE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2004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A46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822960"/>
            <a:ext cx="10058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PS-06 — Understanding Digital Threats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92A46"/>
                </a:solidFill>
                <a:latin typeface="Aptos"/>
              </a:rPr>
              <a:t>People frequently encounter digital content they cannot confidently evaluate.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516636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404872"/>
            <a:ext cx="438912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423160"/>
            <a:ext cx="292607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35000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Suspicious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770632"/>
            <a:ext cx="39776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Messages, links, websites, emails and social-media content.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48840"/>
            <a:ext cx="516636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2404872"/>
            <a:ext cx="438912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2423160"/>
            <a:ext cx="292607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35000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Financial requests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770632"/>
            <a:ext cx="39776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Unexpected payment requests can be difficult to judge.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840480"/>
            <a:ext cx="516636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4096512"/>
            <a:ext cx="438912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114800"/>
            <a:ext cx="292607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4164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Unclear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462272"/>
            <a:ext cx="39776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A simple “safe / unsafe” result may not teach the user why.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840480"/>
            <a:ext cx="516636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37960" y="4096512"/>
            <a:ext cx="438912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11112" y="4114800"/>
            <a:ext cx="292607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404164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Changing context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4462272"/>
            <a:ext cx="39776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Information may be incomplete, outdated or difficult to verify.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57400" y="5650992"/>
            <a:ext cx="8046720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40280" y="5769864"/>
            <a:ext cx="7680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D9488"/>
                </a:solidFill>
                <a:latin typeface="Aptos"/>
              </a:rPr>
              <a:t>Need: access + verification + organization + understandable action.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9672"/>
            <a:ext cx="5943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CODE SANGAM 2026  •  MAKE IN MINUTE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2004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A46"/>
                </a:solidFill>
                <a:latin typeface="Aptos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822960"/>
            <a:ext cx="10058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TrustLens turns suspicious content into understandable evidence and safer next steps.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23160" cy="1828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7627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Aptos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97480"/>
            <a:ext cx="1965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92A46"/>
                </a:solidFill>
                <a:latin typeface="Aptos"/>
              </a:rPr>
              <a:t>Message / URL / 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2487168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828800"/>
            <a:ext cx="2423160" cy="18288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217627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D9488"/>
                </a:solidFill>
                <a:latin typeface="Aptos"/>
              </a:rPr>
              <a:t>ANALYZE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697480"/>
            <a:ext cx="1965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92A46"/>
                </a:solidFill>
                <a:latin typeface="Aptos"/>
              </a:rPr>
              <a:t>NLP + URL signals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6752" y="2487168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2423160" cy="1828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17627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Aptos"/>
              </a:rPr>
              <a:t>EXPLAIN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697480"/>
            <a:ext cx="1965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92A46"/>
                </a:solidFill>
                <a:latin typeface="Aptos"/>
              </a:rPr>
              <a:t>Evidence behind warning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1392" y="2487168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828800"/>
            <a:ext cx="2423160" cy="18288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17627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D9488"/>
                </a:solidFill>
                <a:latin typeface="Aptos"/>
              </a:rPr>
              <a:t>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697480"/>
            <a:ext cx="1965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92A46"/>
                </a:solidFill>
                <a:latin typeface="Aptos"/>
              </a:rPr>
              <a:t>Safer next 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4343400"/>
            <a:ext cx="85039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457200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Example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498848"/>
            <a:ext cx="2651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DC2626"/>
                </a:solidFill>
                <a:latin typeface="Aptos"/>
              </a:rPr>
              <a:t>HIGH RISK  •  Phishing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4553712"/>
            <a:ext cx="3840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Urgency + suspicious domain + credential 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5010912"/>
            <a:ext cx="6126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  <a:latin typeface="Aptos"/>
              </a:rPr>
              <a:t>Recommendation: pause and verify through an official source.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9672"/>
            <a:ext cx="5943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CODE SANGAM 2026  •  MAKE IN MINUTE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52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2004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A46"/>
                </a:solidFill>
                <a:latin typeface="Aptos"/>
              </a:rPr>
              <a:t>Core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822960"/>
            <a:ext cx="10058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Focused MVP features that directly support the problem statement.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19072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Aptos"/>
              </a:rPr>
              <a:t>Risk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2788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64748B"/>
                </a:solidFill>
                <a:latin typeface="Aptos"/>
              </a:rPr>
              <a:t>Provides an estimated risk level instead of only a binary verdict.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73152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719072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Aptos"/>
              </a:rPr>
              <a:t>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240280"/>
            <a:ext cx="2788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64748B"/>
                </a:solidFill>
                <a:latin typeface="Aptos"/>
              </a:rPr>
              <a:t>Shows the detected signals behind the warning.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1732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417320"/>
            <a:ext cx="73152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719072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Aptos"/>
              </a:rPr>
              <a:t>Action Guidance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240280"/>
            <a:ext cx="2788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64748B"/>
                </a:solidFill>
                <a:latin typeface="Aptos"/>
              </a:rPr>
              <a:t>Suggests practical next steps such as independent verification.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5760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657600"/>
            <a:ext cx="73152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959352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Aptos"/>
              </a:rPr>
              <a:t>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80560"/>
            <a:ext cx="2788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64748B"/>
                </a:solidFill>
                <a:latin typeface="Aptos"/>
              </a:rPr>
              <a:t>Explains common warning patterns so users can recognize them later.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65760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657600"/>
            <a:ext cx="73152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3959352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Aptos"/>
              </a:rPr>
              <a:t>Privacy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480560"/>
            <a:ext cx="2788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64748B"/>
                </a:solidFill>
                <a:latin typeface="Aptos"/>
              </a:rPr>
              <a:t>Does not require names, contacts or account credentials for the prototype.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65760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657600"/>
            <a:ext cx="73152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3959352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Aptos"/>
              </a:rPr>
              <a:t>Uncertainty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480560"/>
            <a:ext cx="2788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64748B"/>
                </a:solidFill>
                <a:latin typeface="Aptos"/>
              </a:rPr>
              <a:t>Communicates when information cannot be fully verified.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03320" y="5897880"/>
            <a:ext cx="475488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76472" y="5916168"/>
            <a:ext cx="460857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0D9488"/>
                </a:solidFill>
                <a:latin typeface="Aptos"/>
              </a:rPr>
              <a:t>CORE IDEA: DON'T JUST WARN — EXPLAIN.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9672"/>
            <a:ext cx="5943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CODE SANGAM 2026  •  MAKE IN MINUTE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2004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A46"/>
                </a:solidFill>
                <a:latin typeface="Aptos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822960"/>
            <a:ext cx="10058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A lightweight hybrid architecture for the hackathon prototype.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98448"/>
            <a:ext cx="640080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463039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ptos"/>
              </a:rPr>
              <a:t>USER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463039"/>
            <a:ext cx="39776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Message / URL / 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956815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ptos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40280"/>
            <a:ext cx="640080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40487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ptos"/>
              </a:rPr>
              <a:t>TEXT ANALYZER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404872"/>
            <a:ext cx="39776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TF-IDF + Logistic Regression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898648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ptos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182112"/>
            <a:ext cx="640080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346704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ptos"/>
              </a:rPr>
              <a:t>URL ANALYZER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346704"/>
            <a:ext cx="39776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Domain / scheme / pattern signals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84048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ptos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123944"/>
            <a:ext cx="640080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288536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ptos"/>
              </a:rPr>
              <a:t>RISK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288536"/>
            <a:ext cx="39776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Combines model + transparent signals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782312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ptos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065776"/>
            <a:ext cx="6400800" cy="65836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23036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ptos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5230368"/>
            <a:ext cx="39776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Risk + evidence + recommendation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43800" y="1298448"/>
            <a:ext cx="3886200" cy="4572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9560" y="1664208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Aptos"/>
              </a:rPr>
              <a:t>TECH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2240280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ptos"/>
              </a:rPr>
              <a:t>Python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240280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Aptos"/>
              </a:rPr>
              <a:t>Application + logic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2898648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ptos"/>
              </a:rPr>
              <a:t>Streamlit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898648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Aptos"/>
              </a:rPr>
              <a:t>Web interface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3557016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ptos"/>
              </a:rPr>
              <a:t>scikit-learn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3557016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Aptos"/>
              </a:rPr>
              <a:t>NLP classification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4215384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ptos"/>
              </a:rPr>
              <a:t>Pandas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4215384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Aptos"/>
              </a:rPr>
              <a:t>Dataset handling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60" y="4873752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ptos"/>
              </a:rPr>
              <a:t>URL parsing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4873752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Aptos"/>
              </a:rPr>
              <a:t>Link-level signals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9672"/>
            <a:ext cx="5943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CODE SANGAM 2026  •  MAKE IN MINUTE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1852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2004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A46"/>
                </a:solidFill>
                <a:latin typeface="Aptos"/>
              </a:rPr>
              <a:t>Live Demo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822960"/>
            <a:ext cx="10058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One realistic flow for the judge presentation.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120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737360"/>
            <a:ext cx="141732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1755648"/>
            <a:ext cx="127101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Aptos"/>
              </a:rPr>
              <a:t>USER RECEIVES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DC2626"/>
                </a:solidFill>
                <a:latin typeface="Aptos"/>
              </a:rPr>
              <a:t>URGENT!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34640"/>
            <a:ext cx="4434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92A46"/>
                </a:solidFill>
                <a:latin typeface="Aptos"/>
              </a:rPr>
              <a:t>Your bank account will be blocked today.
Verify your KYC immediately:
http://bank-verify.xyz/login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98348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User pastes the content into TrustLens.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417320"/>
            <a:ext cx="5394960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6520" y="1737360"/>
            <a:ext cx="160020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755648"/>
            <a:ext cx="145389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0D9488"/>
                </a:solidFill>
                <a:latin typeface="Aptos"/>
              </a:rPr>
              <a:t>TRUSTLENS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28600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C2626"/>
                </a:solidFill>
                <a:latin typeface="Aptos"/>
              </a:rPr>
              <a:t>HIGH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78892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Aptos"/>
              </a:rPr>
              <a:t>Estimated score: 91 / 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291840"/>
            <a:ext cx="4297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Urgency / account-threat language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Credential / verification request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Suspicious domain signal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4892040"/>
            <a:ext cx="4526280" cy="56692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5029200"/>
            <a:ext cx="4251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D9488"/>
                </a:solidFill>
                <a:latin typeface="Aptos"/>
              </a:rPr>
              <a:t>Next action: pause and verify independently.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9672"/>
            <a:ext cx="5943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CODE SANGAM 2026  •  MAKE IN MINUTE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>
                <a:solidFill>
                  <a:srgbClr val="192A46"/>
                </a:solidFill>
                <a:latin typeface="Aptos"/>
              </a:rPr>
              <a:t>TRUSTLENS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D9488"/>
                </a:solidFill>
                <a:latin typeface="Aptos"/>
              </a:rPr>
              <a:t>See the threat. Understand the evidence. Decide safely.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31720"/>
            <a:ext cx="10332720" cy="1920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Aptos"/>
              </a:rPr>
              <a:t>WHY THIS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54680"/>
            <a:ext cx="9418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92A46"/>
                </a:solidFill>
                <a:latin typeface="Aptos"/>
              </a:rPr>
              <a:t>The goal is not to make users blindly trust an AI verdict.
The goal is to help users understand warning signals and make safer decisions.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332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Aptos"/>
              </a:rPr>
              <a:t>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2563EB"/>
                </a:solidFill>
                <a:latin typeface="Aptos"/>
              </a:rPr>
              <a:t>MAKE IN MINUTE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59552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1F2937"/>
                </a:solidFill>
                <a:latin typeface="Aptos"/>
              </a:rPr>
              <a:t>Priyanshu Verma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9672"/>
            <a:ext cx="5943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CODE SANGAM 2026  •  MAKE IN MINUTE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